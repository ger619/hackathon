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71a3e016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71a3e016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1ca5b8c7cdba89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51ca5b8c7cdba89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71a3e016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71a3e016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71a3e016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71a3e016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71a3e016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71a3e016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71a3e016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71a3e016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fly.io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win a hackathon?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0" y="3149125"/>
            <a:ext cx="7688100" cy="15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By David Ger</a:t>
            </a:r>
            <a:br>
              <a:rPr b="1" lang="en-GB" sz="4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2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Sr. Ruby Developer-</a:t>
            </a:r>
            <a:r>
              <a:rPr i="1" lang="en-GB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(Independent Contractor)</a:t>
            </a:r>
            <a:endParaRPr i="1"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What-do-I-do-1024x683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402" y="1204250"/>
            <a:ext cx="5677499" cy="378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Picking a concept.?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Theme - </a:t>
            </a:r>
            <a:r>
              <a:rPr i="1" lang="en-GB" sz="1800"/>
              <a:t>(</a:t>
            </a:r>
            <a:r>
              <a:rPr i="1" lang="en-GB"/>
              <a:t>AI, Health, Finance, Agriculture)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Ideation?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r>
              <a:rPr lang="en-GB" sz="1800"/>
              <a:t>Health - </a:t>
            </a:r>
            <a:r>
              <a:rPr lang="en-GB" sz="1600"/>
              <a:t>AI Doctor, AI nutrionist, Medical Health Records, Medical Payment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Finance - Payments, Chama App, Sacco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Agriculture - AI Farmers, Sacco, Debts for Farmers.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Figma Designs - </a:t>
            </a:r>
            <a:r>
              <a:rPr lang="en-GB" sz="1400"/>
              <a:t>(Designer on board)</a:t>
            </a:r>
            <a:endParaRPr sz="14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DrawSQL - </a:t>
            </a:r>
            <a:r>
              <a:rPr lang="en-GB" sz="1400"/>
              <a:t>(Database design and schema)</a:t>
            </a:r>
            <a:endParaRPr sz="14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Github Repo - (</a:t>
            </a:r>
            <a:r>
              <a:rPr lang="en-GB" sz="1400"/>
              <a:t>Create a Repo)</a:t>
            </a:r>
            <a:endParaRPr sz="14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Hosting - (</a:t>
            </a:r>
            <a:r>
              <a:rPr lang="en-GB" sz="1400"/>
              <a:t>Heroku, Digital Ocean, Vercel, </a:t>
            </a:r>
            <a:r>
              <a:rPr lang="en-GB" sz="1400" u="sng">
                <a:solidFill>
                  <a:schemeClr val="hlink"/>
                </a:solidFill>
                <a:hlinkClick r:id="rId3"/>
              </a:rPr>
              <a:t>Fly.io</a:t>
            </a:r>
            <a:r>
              <a:rPr lang="en-GB" sz="1400"/>
              <a:t> - Free, Render - Free)</a:t>
            </a:r>
            <a:endParaRPr sz="14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Ruby?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Rails - Framework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Design - Tailwinds CSS, Bootstrap, Vanilla CSS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Authentication - (</a:t>
            </a:r>
            <a:r>
              <a:rPr lang="en-GB" sz="1800"/>
              <a:t>Devise Gem)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Linters - (Clean code, for easy debugging)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Reports - Chartkick gem - graphs to show reports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QR code - QR code gem 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Practicles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You should write a blog after </a:t>
            </a:r>
            <a:r>
              <a:rPr lang="en-GB"/>
              <a:t>the hackathon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